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1990s–2000s  ·  The desktop 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What is an IDE in software development?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IDE = Integrated Development Environment.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Editor + compiler + debugger + build tools in one program.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It turns raw code into a workbench —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write, run, debug, and ship from a single window.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classic:  Microsoft Visual Studio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the reference IDE that defined the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The Visual Studio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48840"/>
            <a:ext cx="4846320" cy="9144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Visual Studio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IDE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3044952"/>
            <a:ext cx="329184" cy="256032"/>
          </a:xfrm>
          <a:prstGeom prst="down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3291840"/>
            <a:ext cx="4846320" cy="9144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C++ / C#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Languages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86800" y="4187952"/>
            <a:ext cx="329184" cy="256032"/>
          </a:xfrm>
          <a:prstGeom prst="down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434840"/>
            <a:ext cx="4846320" cy="9144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434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OS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Target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53212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한 시대의 개발은 'IDE + 언어 + OS'의 조합으로 정의되었습니다 — Visual Studio + C++/C# + 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2015→  ·  The editor that ate the world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VS Code arrives — lightweight, cross-platform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Free, extensible editor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Data &amp; scripting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Machine Learning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NumPy · PyTorch · 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Not a heavy IDE — a fast editor made powerful by extensions.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 + Jupyter turned VS Code into the default home for data science and ML.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가볍고 무료이며 확장(extension)으로 무한히 커지는 구조 — VS Code가 사실상의 표준 에디터가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Remote-SSH  ·  One editor, any machine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Remote development — your laptop drives a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301898" cy="14173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Local UI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23570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1691640"/>
            <a:ext cx="3301898" cy="141732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Remote / SSH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Secure tunnel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23570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1691640"/>
            <a:ext cx="3301898" cy="141732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Ubuntu OS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Powerful Linux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One remote editor, three kinds of software: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 / C++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Native, high-performance applications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79476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Machine learning &amp; data pipelines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79476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HTML / JavaScript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Web applications &amp; 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2021→  ·  AI enters the editor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VS Code + Copilot — the first AI pair-programmer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Editor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 Copilot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LLM autocomplete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AI-assisted development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Code suggested as you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Inline completions from a large language model — the first mainstream 'AI in the editor'.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Developers stop typing boilerplate; the model drafts, the human reviews.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Copilot은 'AI가 코드를 제안하는' 시대의 문을 열었습니다 — 개발의 무게중심이 타이핑에서 검토로 이동.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2023→  ·  The AI-native fork by Anysphere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Cursor — VS Code reborn around multiple LLMs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01898" cy="123444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Open-source core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19613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1508760"/>
            <a:ext cx="3301898" cy="123444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Multi-LLM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Claude · GPT · Gemini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19613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1508760"/>
            <a:ext cx="3301898" cy="123444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Cursor (Anysphere)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AI-native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meteoric commercial hit — one of the fastest-growing software companies ever: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2522143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$9.9B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Jun 2025 · &gt;$500M ARR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80511" y="3936492"/>
            <a:ext cx="237744" cy="219456"/>
          </a:xfrm>
          <a:prstGeom prst="rightArrow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36543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6543" y="3429000"/>
            <a:ext cx="2522143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3703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6B37E"/>
                </a:solidFill>
                <a:latin typeface="Malgun Gothic"/>
                <a:ea typeface="Malgun Gothic"/>
                <a:cs typeface="Malgun Gothic"/>
              </a:rPr>
              <a:t>$29.3B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Nov 2025 · Series D, $2.3B raised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6975" y="3936492"/>
            <a:ext cx="237744" cy="219456"/>
          </a:xfrm>
          <a:prstGeom prst="rightArrow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429000"/>
            <a:ext cx="2522143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2A62E"/>
                </a:solidFill>
                <a:latin typeface="Malgun Gothic"/>
                <a:ea typeface="Malgun Gothic"/>
                <a:cs typeface="Malgun Gothic"/>
              </a:rPr>
              <a:t>$2B ARR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Feb 2026 · reached in ~3 years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3439" y="3936492"/>
            <a:ext cx="237744" cy="219456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9471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9471" y="3429000"/>
            <a:ext cx="2522143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6631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$60B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Jun 2026 · acquired by SpaceX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7492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07492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SpaceX가 Cursor(Anysphere)를 $60B에 인수해 xAI 산하로 편입 — 'AI 네이티브' IDE가 하나의 거대 산업이 되었습니다.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2024–2025  ·  Era of autonomous coding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Agentic AI — Claude Code &amp; Codex run the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/ terminal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Host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Agentic 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Claude Code · Codex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Autonomous coding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Plans · edits · tests · 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AI no longer just suggests — it reads files, runs commands, edits code, and verifies results.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single instruction becomes many autonomous steps: the agent owns the loop.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제안(suggest)을 넘어 실행(act)으로 — 에이전트가 파일을 읽고, 명령을 실행하고, 코드를 고치는 '자율 코딩' 시대.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2025  ·  The platform vendors move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Antigravity — Google's branded agentic 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301898" cy="16002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lineage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Familiar 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78434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148840"/>
            <a:ext cx="3301898" cy="16002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Google Antigravity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Branded &amp; customized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78434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148840"/>
            <a:ext cx="3301898" cy="16002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Agent-first IDE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Tuned for Google's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Big vendors now ship their own opinionated, branded AI IDEs on top of the VS Code lineage.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pattern is set:  take VS Code as a template, then customize it for a specific audience.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핵심 흐름: VS Code를 '템플릿'으로 삼아 특정 목적에 맞게 브랜딩·커스터마이즈한다 — 다음은 '연구자'입니다.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THE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GHBio opens up the IDE for Omics researchers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오믹스 연구자를 위한 AI IDE — VS Code를 템플릿으로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301898" cy="141732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/ code-server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Proven template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41978" y="37444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4898" y="3200400"/>
            <a:ext cx="3301898" cy="141732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4626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 Omics pipelines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scRNA-seq, and beyond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46796" y="37444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9716" y="3200400"/>
            <a:ext cx="3301898" cy="141732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444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IDE for biologists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Same idea as Cursor and Antigravity — but the audience is the wet-lab biologist, </a:t>
            </a: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not the software engineer.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The product  ·  PlatformIO-style, for biology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GHBio Co-Scientist — a workbench for 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66928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VS Code / code-server extension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— runs in the browser, nothing to install.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PlatformIO-style bioinformatics workbench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for biologists, not programmers.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Tree views + a reliable AI Analysis panel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guide the whole analysis end-to-end.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Bilingual UI (Korean primary)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built for wet-lab researchers with no coding.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00200"/>
            <a:ext cx="109728" cy="123444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Runs in the browser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code-server at ghbiocosci.iotok.org — open a tab, start analyzing.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035808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3035808"/>
            <a:ext cx="109728" cy="1234440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182112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No coding required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Click a pipeline stage; the extension runs the tools for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471416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4471416"/>
            <a:ext cx="109728" cy="123444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617720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AI Co-Scientist built in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One-click biological interpretation of your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Users  ·  Korean biologists, no Copilot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problem it solves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gap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Modern omics analysis lives in the command line — alignment, Python, clustering. Most biologists don't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0020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barrier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Setting up STAR, references, Scanpy and a GPU box is days of DevOps before any biology happens.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0020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answer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Co-Scientist hides all of it behind click-to-run stages and an AI that explains the results in Korean.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Bilingual UI strings (Korean primary); the AI panel replies in Korean by default.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Heavy inputs (FASTQ, ~30–40 GB GRCh38 index) are set up once and reused — no repeat downloads.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Design goal  ·  Add a domain by dropping in files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Architecture — a data-driven registry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New analysis domains are added with JSON manifests — </a:t>
            </a:r>
            <a:r>
              <a:rPr sz="15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no TypeScript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301898" cy="15544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module.json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Domain identity + libraries + AI config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1978" y="27157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4898" y="2103120"/>
            <a:ext cx="3301898" cy="155448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pipeline.json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Ordered stages per pipeline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46796" y="27157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9716" y="2103120"/>
            <a:ext cx="3301898" cy="155448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Tree + AI panel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Rendered at runtime from manifests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modules/&lt;id&gt;/module.json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Identity, installable libraries (with presentPath existence check), and AI config.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93192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modules/&lt;id&gt;/pipelines/&lt;pid&gt;/pipeline.json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 pipeline's ordered stages (task / ai kinds).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93192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_ prefix = ignored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Dirs like _template / _wip-* are skipped by the loader.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One module = one analysis domain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module registry (src/modules.ts)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57784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module is a whole analysis domain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— scRNA-seq today; protein modeling tomorrow.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Everything domain-specific is JSON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read at runtime, not hard-coded.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Declares its libraries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installable tools + an existence check (presentPath).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Declares its AI config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system prompt, preset prompts, result-file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5120640" cy="4023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modules/scrna-seq/module.json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"id": "scrna-seq",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"name": "Single-cell RNA-seq",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"libraries": [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Python / Scanpy   (~/ghbio-venv)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STAR / STARsolo   (~/bin/STAR)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GRCh38 index      (~30 GB)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"ai": { system, prompts,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     context, readyFile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Pipelines · Projects · Libraries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Three tree views drive the whole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🧪  Pipelines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Pick an analysis and run its stages in order, each with ▶ / ✅ banners in the terminal.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73736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📁  Projects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Every pipeline gets its own project dir; results are first-class files you can browse.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73736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📦  Libraries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Installable tools (Scanpy, STAR, GRCh38 index) with a live 'installed?'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세 개의 트리 뷰가 UI의 전부입니다 — 파이프라인 실행, 결과 탐색, 도구 설치가 클릭 한 번으로.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The core 'deep module'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pipeline engine (src/pipeline.ts)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57784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 narrow interface over a rich engine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runPipeline · stageStatus · isStageDone · ensureProject.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Hides the hard parts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stage ordering, project scaffolding, idempotency, AI hand-off.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No UI concerns inside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so it can also back a future headless 'AI-as-a-webservice'.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kind: "task"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Runs a shell command as a VS Code Task in the terminal, with ▶ / ✅ / → next banners.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94415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kind: "ai"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Opens the AI Analysis panel to interpret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11094415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9087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produces: [...]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Declared artifacts → the stage auto-marks ✓ complete (idempotent re-runs).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Load-bearing convention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GHBIO_RESULTS — results are project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Every stage runs with </a:t>
            </a:r>
            <a:r>
              <a:rPr sz="15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GHBIO_RESULTS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pointing at that pipeline's own results dir: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881360" cy="6400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~/ghbio-workspace/projects/&lt;pipelineId&gt;/results/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Any script a pipeline runs MUST read GHBIO_RESULTS — hard-coding a path writes into the wrong project.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Results become first-class files, surfaced in the Projects view and fed to the AI panel.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Heavy shared inputs (FASTQ, GRCh38 index, ~40 GB) stay under ~/ghbio-tutorial/ and are reused idempotently.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4924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4924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결과물이 곧 프로젝트 파일입니다 — 이 규칙 덕분에 AI 분석과 리포트 단계가 항상 올바른 출력을 찾습니다.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Single-cell RNA-seq  ·  built for aarch64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scRNA-seq module — tools it installs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 / Scanpy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~/ghbio-venv — scanpy, anndata, leiden, umap. One-click env setup.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916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STAR / STARsolo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~/bin/STAR — the aligner, compiled from source (no Cell Ranger on ARM).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9164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GRCh38 reference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~/ghbio-tutorial/ref/star_index — ~30 GB index, built once and reused.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Each library declares a presentPath — the Libraries view shows installed vs. not, live.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Two datasets ship as pipelines: PBMC (10x) and Glioblastoma (10x); plus 'bring your own matrix'.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scRNA-seq PBMC / Glioblastoma  ·  8 stages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One pipeline: FASTQ → matrix → clustering →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67863" cy="1143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 · Setup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Python env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4791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0823" y="1737360"/>
            <a:ext cx="2567863" cy="1143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· Download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FASTQ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11430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2a · Build STAR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Compile aligner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9159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5191" y="1737360"/>
            <a:ext cx="2567863" cy="11430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2b · Reference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GRCh38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2567863" cy="11430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2c · STARsolo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Align → matrix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34791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90823" y="3383280"/>
            <a:ext cx="2567863" cy="11430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2263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· Scanpy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QC &amp; clustering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6975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383280"/>
            <a:ext cx="2567863" cy="114300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· 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Hypotheses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19159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5191" y="3383280"/>
            <a:ext cx="2567863" cy="1143000"/>
          </a:xfrm>
          <a:prstGeom prst="round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6631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· Report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PDF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663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1663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'Bring your own matrix' 파이프라인은 정렬 단계를 건너뛰고 사용자의 count matrix에서 바로 시작합니다.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src/ai/panel.ts  ·  one shot, no agent loop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The AI Analysis panel — reliable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66928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One streaming request → render the answer.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No agent, no tools, no file edits.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Cancelable with Stop.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The 'reliability fix' is the whole point.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Result CSVs read into the prompt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markers_by_cluster.csv, celltype_draft.csv.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Answers in Korean by default.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A careful single-cell analyst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Providers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anthropic · groq · openrouter · deepseek (OpenAI-compatible). Keys live outside the repo.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94415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Preset vs. free-form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Presets need result files; free-form questions answered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11094415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9087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Deliberately simple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No tool/agent loop here — that's what makes it dependable.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From markers to hypotheses in one click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Preset prompts &amp; save-to-report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Interpret clusters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Cell identity &amp; activation state per cluster, with confidence and doublet flags.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0020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Refine annotation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Canonical PBMC markers → tidy per-cluster cell-type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0020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Pathways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Group markers into biological programs; suggest gene sets to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7754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Testable hypotheses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3–5 hypotheses with rationale, prediction, and how to validate.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177540"/>
            <a:ext cx="3484778" cy="109728"/>
          </a:xfrm>
          <a:prstGeom prst="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Question list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8–10 prioritized follow-up analyses, each with a one-line method.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1775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📘 Easy report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 high-schooler-friendly report full of everyday analogies (Korean).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9204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89204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'Save to report' → step4_ai_report.md / step4_ai_report_easy.md 를 결과 폴더에 저장하고, 05_make_report.sh 가 PDF에 선택적으로 포함합니다.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Deployment  ·  browser-native, self-hosted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How it ships — code-server on ARM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code-server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Runs in the browser at ghbiocosci.iotok.org — VS Code, no local install.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9164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aarch64 box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ARM server: STAR built from source, no Cell Ranger. Python venv at ~/ghbio-venv.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9164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build.sh deploy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esbuild bundle → .vsix zipped by hand → installed → ghbio-code service restart.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code-server settings disable built-in Copilot/chat and exclude huge *.fastq / *.bam files from the Explorer.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Version bump + browser hard-refresh needed on each deploy — the AI panel is the single point of contact.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Conclusion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The IDE meets the wet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323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Same lineage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VS Code → Copilot → Cursor → agentic IDEs. Co-Scientist stands on that proven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New audience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Not software engineers — biologists. Click-to-run pipelines, AI that explains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796" y="1920240"/>
            <a:ext cx="33323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396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Data-driven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Drop in a module.json + pipeline.json and a whole new omics domain appears. No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“IDE for Omics Researcher” — </a:t>
            </a:r>
            <a:r>
              <a:rPr sz="20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오믹스 연구자를 위한 AI IDE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Bringing the autonomous-coding revolution to the people who ask the biological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Company  ·  ghbio.co.kr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About Us — 지에이치바이오(주) / GHBio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지에이치바이오(주) (GHBio)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innovative mouse models for drug-development research.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Preclinical efficacy &amp; safety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in-vivo efficacy, non-GLP tox &amp; pharmacology, PK, bioluminescence imaging.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Gene-editing &amp; humanized models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metabolic disease, viral infection, immunodeficient, humanized-liver.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Immune-checkpoint humanized mice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PD-1, CTLA-4, TIGIT, TIM-3, 4-1BB, CD3E — for cancer immunotherapy.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554480"/>
            <a:ext cx="4846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4846320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Contact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Representative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유경원 (Yoo Kyung-won)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Location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대전 유성구 테크노4로 17, D217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   Daejeon, South Korea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Phone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042-716-2177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Email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ghbio@gh-bio.com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Web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ghbio.co.kr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Biz reg.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318-81-03789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66928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신약개발용 마우스 모델과 전임상 유효성·안전성 평가 서비스 전문기업 — 그 데이터 과학 역량이 GHBio Co-Scientist로 이어집니다.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IDE for Omics Researcher  ·  오믹스 연구자를 위한 AI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