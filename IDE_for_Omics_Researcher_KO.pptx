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1990~2000년대  ·  데스크톱 시대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IDE란 무엇인가 — 소프트웨어 개발의 관점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IDE = 통합 개발 환경 (Integrated Development Environment).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에디터 + 컴파일러 + 디버거 + 빌드 도구를 하나의 프로그램에.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코드를 '작업대(workbench)'로 바꿔줍니다 —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작성·실행·디버깅·배포를 하나의 창에서.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대표주자:  Microsoft Visual Studio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이 카테고리를 정의한 기준점 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Visual Studio 스택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148840"/>
            <a:ext cx="4846320" cy="9144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1488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Visual Studio</a:t>
            </a:r>
            <a:r>
              <a:rPr sz="12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   IDE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686800" y="3044952"/>
            <a:ext cx="329184" cy="256032"/>
          </a:xfrm>
          <a:prstGeom prst="down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3291840"/>
            <a:ext cx="4846320" cy="9144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2918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C++ / C#</a:t>
            </a:r>
            <a:r>
              <a:rPr sz="12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   프로그래밍 언어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686800" y="4187952"/>
            <a:ext cx="329184" cy="256032"/>
          </a:xfrm>
          <a:prstGeom prst="down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4434840"/>
            <a:ext cx="4846320" cy="9144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4348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Windows OS</a:t>
            </a:r>
            <a:r>
              <a:rPr sz="12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   대상 플랫폼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3212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53212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한 시대의 개발은 'IDE + 언어 + OS'의 조합으로 정의되었습니다 — Visual Studio + C++/C# + Windows.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2015년~  ·  세상을 삼킨 에디터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VS Code의 등장 — 가볍고, 크로스플랫폼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301898" cy="17373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무료·확장 가능한 에디터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173736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Python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데이터 &amp; 스크립팅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2286000"/>
            <a:ext cx="3301898" cy="173736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머신러닝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NumPy · PyTorch · 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무거운 IDE가 아니라 — 확장(extension)으로 강력해지는 빠른 에디터.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Python + Jupyter 덕분에 VS Code는 데이터 과학·ML의 기본 터전이 되었습니다.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가볍고 무료이며 확장(extension)으로 무한히 커지는 구조 — VS Code가 사실상의 표준 에디터가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Remote-SSH  ·  하나의 에디터로 어떤 머신이든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원격 개발 — 노트북이 서버를 조종한다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301898" cy="14173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로컬 UI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23570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1691640"/>
            <a:ext cx="3301898" cy="141732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169164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Remote / SSH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보안 터널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23570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1691640"/>
            <a:ext cx="3301898" cy="141732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169164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Ubuntu OS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강력한 리눅스 서버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하나의 원격 에디터, 세 가지 소프트웨어: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348477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3484778" cy="109728"/>
          </a:xfrm>
          <a:prstGeom prst="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50792"/>
            <a:ext cx="308244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 / C++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네이티브 고성능 애플리케이션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3458" y="3794760"/>
            <a:ext cx="348477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3458" y="379476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4626" y="4050792"/>
            <a:ext cx="308244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Python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머신러닝 &amp; 데이터 파이프라인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8276" y="3794760"/>
            <a:ext cx="348477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8276" y="379476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9444" y="4050792"/>
            <a:ext cx="308244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HTML / JavaScript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웹 애플리케이션 &amp; 대시보드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2021년~  ·  AI가 에디터 안으로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VS Code + Copilot — 최초의 AI 페어 프로그래머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301898" cy="17373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에디터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173736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GitHub Copilot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LLM 자동완성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2286000"/>
            <a:ext cx="3301898" cy="1737360"/>
          </a:xfrm>
          <a:prstGeom prst="round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보조 개발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타이핑하는 대로 코드 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대규모 언어모델(LLM)이 코드를 인라인으로 완성 — 대중화된 최초의 '에디터 속 AI'.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개발자는 반복적인 상용구를 직접 치지 않습니다. 모델이 초안을, 사람은 검토를.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Copilot은 'AI가 코드를 제안하는' 시대의 문을 열었습니다 — 개발의 무게중심이 타이핑에서 검토로 이동.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2023년~  ·  Anysphere의 AI 네이티브 포크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Cursor — 여러 LLM을 중심으로 다시 태어난 VS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301898" cy="123444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308244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 기반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오픈소스 코어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19613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1508760"/>
            <a:ext cx="3301898" cy="123444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1508760"/>
            <a:ext cx="308244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멀티 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Claude · GPT · Gemini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19613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1508760"/>
            <a:ext cx="3301898" cy="123444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1508760"/>
            <a:ext cx="308244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Cursor (Anysphere)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AI 네이티브 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폭발적인 상업적 성공 — 역대 가장 빠르게 성장한 소프트웨어 기업 중 하나: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2522143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2522143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30168"/>
            <a:ext cx="22478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$9.9B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2025년 6월 · ARR 5억 달러 이상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80511" y="3936492"/>
            <a:ext cx="237744" cy="219456"/>
          </a:xfrm>
          <a:prstGeom prst="rightArrow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36543" y="3429000"/>
            <a:ext cx="2522143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36543" y="3429000"/>
            <a:ext cx="2522143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3703" y="3630168"/>
            <a:ext cx="22478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6B37E"/>
                </a:solidFill>
                <a:latin typeface="Malgun Gothic"/>
                <a:ea typeface="Malgun Gothic"/>
                <a:cs typeface="Malgun Gothic"/>
              </a:rPr>
              <a:t>$29.3B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2025년 11월 · 시리즈 D, 23억 달러 조달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76975" y="3936492"/>
            <a:ext cx="237744" cy="219456"/>
          </a:xfrm>
          <a:prstGeom prst="rightArrow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3007" y="3429000"/>
            <a:ext cx="2522143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429000"/>
            <a:ext cx="2522143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167" y="3630168"/>
            <a:ext cx="22478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2A62E"/>
                </a:solidFill>
                <a:latin typeface="Malgun Gothic"/>
                <a:ea typeface="Malgun Gothic"/>
                <a:cs typeface="Malgun Gothic"/>
              </a:rPr>
              <a:t>$2B ARR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2026년 2월 · 약 3년 만에 달성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73439" y="3936492"/>
            <a:ext cx="237744" cy="219456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9471" y="3429000"/>
            <a:ext cx="2522143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9471" y="3429000"/>
            <a:ext cx="2522143" cy="109728"/>
          </a:xfrm>
          <a:prstGeom prst="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6631" y="3630168"/>
            <a:ext cx="22478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86A5C"/>
                </a:solidFill>
                <a:latin typeface="Malgun Gothic"/>
                <a:ea typeface="Malgun Gothic"/>
                <a:cs typeface="Malgun Gothic"/>
              </a:rPr>
              <a:t>$60B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2026년 6월 · SpaceX가 인수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07492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07492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7492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SpaceX가 Cursor(Anysphere)를 $60B에 인수해 xAI 산하로 편입 — 'AI 네이티브' IDE가 하나의 거대 산업이 되었습니다.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2024~2025년  ·  자율 코딩(autonomous coding)의 시대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에이전틱 AI — Claude Code와 Codex가 도구를 직접 다룬다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301898" cy="17373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 / 터미널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호스트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173736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에이전틱 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Claude Code · Codex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99008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2286000"/>
            <a:ext cx="3301898" cy="1737360"/>
          </a:xfrm>
          <a:prstGeom prst="round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2286000"/>
            <a:ext cx="308244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자율 코딩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계획 · 수정 · 테스트 · 배포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AI가 더 이상 제안만 하지 않습니다 — 파일을 읽고, 명령을 실행하고, 코드를 고치고, 결과를 검증합니다.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하나의 지시가 여러 자율 단계로 확장됩니다: 에이전트가 전체 루프를 스스로 이끕니다.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제안(suggest)을 넘어 실행(act)으로 — 에이전트가 파일을 읽고, 명령을 실행하고, 코드를 고치는 '자율 코딩' 시대.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2025년  ·  플랫폼 대기업들의 진입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Antigravity — 구글의 브랜드 에이전틱 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301898" cy="16002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3082442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 계보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익숙한 기반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1978" y="278434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4898" y="2148840"/>
            <a:ext cx="3301898" cy="160020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2148840"/>
            <a:ext cx="3082442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Google Antigravity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브랜딩 &amp; 커스터마이즈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46796" y="278434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9716" y="2148840"/>
            <a:ext cx="3301898" cy="160020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9444" y="2148840"/>
            <a:ext cx="3082442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에이전트 우선 IDE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구글 모델에 최적화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이제 대형 벤더들도 VS Code 계보 위에 자신만의 관점을 담은 브랜드 AI IDE를 내놓습니다.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패턴은 정해졌습니다:  VS Code를 템플릿으로 삼아, 특정 사용자층에 맞게 커스터마이즈한다.  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25780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핵심 흐름: VS Code를 '템플릿'으로 삼아 특정 목적에 맞게 브랜딩·커스터마이즈한다 — 다음은 '연구자'입니다.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GHBio가 오믹스 연구자를 위한 IDE를 엽니다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오믹스 연구자를 위한 AI IDE — VS Code를 템플릿으로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301898" cy="141732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20040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VS Code / code-server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검증된 템플릿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41978" y="374446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4898" y="3200400"/>
            <a:ext cx="3301898" cy="141732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4626" y="320040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+ 오믹스 파이프라인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scRNA-seq, 그리고 그 너머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46796" y="374446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49716" y="3200400"/>
            <a:ext cx="3301898" cy="1417320"/>
          </a:xfrm>
          <a:prstGeom prst="round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9444" y="3200400"/>
            <a:ext cx="308244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생물학자를 위한 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789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Cursor·Antigravity와 같은 발상 — 다만 대상은 소프트웨어 엔지니어가 아니라 </a:t>
            </a: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실험실(wet-lab)의 생물학자입니다.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제품 소개  ·  생물학을 위한 PlatformIO 스타일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GHBio Co-Scientist — 오믹스를 위한 작업대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66928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VS Code / code-server 확장 프로그램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— 브라우저에서 실행, 설치할 것이 없습니다.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PlatformIO 스타일의 생명정보학 작업대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프로그래머가 아닌 생물학자를 위한.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트리 뷰 + 신뢰할 수 있는 AI 분석 패널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분석 전 과정을 처음부터 끝까지 안내.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이중 언어 UI (한국어 우선)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코딩 경험 없는 실험실 연구자를 위해 설계.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00200"/>
            <a:ext cx="5029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600200"/>
            <a:ext cx="109728" cy="123444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746504"/>
            <a:ext cx="4572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브라우저에서 실행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ghbiocosci.iotok.org의 code-server — 탭만 열면 바로 분석 시작.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035808"/>
            <a:ext cx="5029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3035808"/>
            <a:ext cx="109728" cy="1234440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182112"/>
            <a:ext cx="4572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코딩 불필요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파이프라인 단계를 클릭하면 확장이 대신 도구를 실행합니다.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471416"/>
            <a:ext cx="5029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4471416"/>
            <a:ext cx="109728" cy="1234440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617720"/>
            <a:ext cx="4572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AI Co-Scientist 내장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결과에 대한 생물학적 해석을 원클릭으로.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사용자  ·  Copilot 없는 한국 생물학자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이 제품이 푸는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48477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484778" cy="109728"/>
          </a:xfrm>
          <a:prstGeom prst="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56232"/>
            <a:ext cx="308244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간극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현대 오믹스 분석은 명령줄(command line)에서 이뤄집니다 — 정렬, Python, 클러스터링. 대부분의 생물학자는 코딩을 하지 않습니다.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600200"/>
            <a:ext cx="348477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60020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856232"/>
            <a:ext cx="308244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장벽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STAR·레퍼런스·Scanpy·GPU 서버 세팅은 생물학을 시작하기도 전에 며칠간의 DevOps 작업입니다.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600200"/>
            <a:ext cx="348477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0020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856232"/>
            <a:ext cx="308244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해답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Co-Scientist는 이 모든 것을 '클릭하면 실행되는' 단계와, 결과를 한국어로 설명하는 AI 뒤에 숨깁니다.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이중 언어 UI 문구(한국어 우선), AI 패널은 기본적으로 한국어로 답변합니다.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대용량 입력(FASTQ, 약 30~40 GB GRCh38 인덱스)은 한 번만 세팅해 재사용 — 반복 다운로드 없음.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설계 목표  ·  파일만 넣으면 새 도메인 추가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아키텍처 — 데이터 주도(data-driven) 레지스트리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새로운 분석 도메인은 JSON 매니페스트로 추가됩니다 — </a:t>
            </a:r>
            <a:r>
              <a:rPr sz="1500" b="1" i="0">
                <a:solidFill>
                  <a:srgbClr val="E86A5C"/>
                </a:solidFill>
                <a:latin typeface="Malgun Gothic"/>
                <a:ea typeface="Malgun Gothic"/>
                <a:cs typeface="Malgun Gothic"/>
              </a:rPr>
              <a:t>TypeScript 코드 수정 없이.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3301898" cy="15544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08244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module.json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도메인 정체성 + 라이브러리 + AI 설정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41978" y="271576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4898" y="2103120"/>
            <a:ext cx="3301898" cy="155448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2103120"/>
            <a:ext cx="308244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pipeline.json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파이프라인별 순서가 있는 단계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46796" y="2715768"/>
            <a:ext cx="502920" cy="329184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9716" y="2103120"/>
            <a:ext cx="3301898" cy="155448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2103120"/>
            <a:ext cx="308244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트리 + AI 패널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매니페스트로부터 런타임에 렌더링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48477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87952"/>
            <a:ext cx="308244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modules/&lt;id&gt;/module.json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정체성, 설치 가능한 라이브러리(presentPath 존재 확인 포함), 그리고 AI 설정.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3458" y="3931920"/>
            <a:ext cx="348477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3458" y="393192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4626" y="4187952"/>
            <a:ext cx="308244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modules/&lt;id&gt;/pipelines/&lt;pid&gt;/pipeline.json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파이프라인의 순서가 있는 단계(task / ai 종류).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8276" y="3931920"/>
            <a:ext cx="348477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8276" y="393192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9444" y="4187952"/>
            <a:ext cx="308244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_ 접두사 = 무시됨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_template / _wip-* 같은 디렉터리는 로더가 건너뜁니다.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하나의 모듈 = 하나의 분석 도메인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모듈 레지스트리 (src/modules.ts)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57784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모듈은 하나의 완결된 분석 도메인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— 오늘은 scRNA-seq, 내일은 단백질 모델링.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도메인 고유의 모든 것은 JSON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하드코딩이 아니라 런타임에 읽습니다.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자신의 라이브러리를 선언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설치 가능한 도구 + 존재 확인(presentPath).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자신의 AI 설정을 선언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시스템 프롬프트, 프리셋 프롬프트, 결과 파일 컨텍스트.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54480"/>
            <a:ext cx="5120640" cy="40233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modules/scrna-seq/module.json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6634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"id": "scrna-seq",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"name": "Single-cell RNA-seq",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"libraries": [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   Python / Scanpy   (~/ghbio-venv)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   STAR / STARsolo   (~/bin/STAR)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   GRCh38 인덱스     (~30 GB)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],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"ai": { system, prompts,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8E4"/>
                </a:solidFill>
                <a:latin typeface="Malgun Gothic"/>
                <a:ea typeface="Malgun Gothic"/>
                <a:cs typeface="Malgun Gothic"/>
              </a:rPr>
              <a:t>        context, readyFile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파이프라인 · 프로젝트 · 라이브러리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세 개의 트리 뷰가 앱 전체를 이끈다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48477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3082442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🧪  파이프라인 (Pipelines)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분석을 골라 단계를 순서대로 실행 — 터미널에 ▶ / ✅ 배너가 표시됩니다.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737360"/>
            <a:ext cx="348477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73736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993392"/>
            <a:ext cx="3082442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📁  프로젝트 (Projects)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파이프라인마다 전용 프로젝트 폴더; 결과는 탐색 가능한 일급 파일입니다.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737360"/>
            <a:ext cx="348477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73736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993392"/>
            <a:ext cx="3082442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📦  라이브러리 (Libraries)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설치 가능한 도구(Scanpy, STAR, GRCh38 인덱스)와 실시간 '설치됨?' 확인.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02920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세 개의 트리 뷰가 UI의 전부입니다 — 파이프라인 실행, 결과 탐색, 도구 설치가 클릭 한 번으로.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핵심 '딥 모듈(deep module)'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파이프라인 엔진 (src/pipeline.ts)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57784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풍부한 엔진 위의 좁은 인터페이스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runPipeline · stageStatus · isStageDone · ensureProject.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어려운 부분을 숨깁니다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단계 순서, 프로젝트 구성, 멱등성(idempotency), AI 인계.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내부에 UI 관심사 없음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덕분에 향후 헤드리스 'AI-as-a-webservice'도 지원할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5623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kind: "task"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셸 명령을 VS Code Task로 터미널에서 실행 — ▶ / ✅ / → 다음 배너와 함께.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094415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7355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kind: "ai"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결과를 해석하기 위해 AI 분석 패널을 엽니다.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11094415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69087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produces: [...]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선언된 산출물 → 해당 단계를 ✓ 완료로 자동 표시(멱등적 재실행).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핵심을 떠받치는 규칙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GHBIO_RESULTS — 결과가 곧 프로젝트 파일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모든 단계는 </a:t>
            </a:r>
            <a:r>
              <a:rPr sz="1500" b="1" i="0">
                <a:solidFill>
                  <a:srgbClr val="E86A5C"/>
                </a:solidFill>
                <a:latin typeface="Malgun Gothic"/>
                <a:ea typeface="Malgun Gothic"/>
                <a:cs typeface="Malgun Gothic"/>
              </a:rPr>
              <a:t>GHBIO_RESULTS</a:t>
            </a:r>
            <a:r>
              <a:rPr sz="15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를 해당 파이프라인 전용 결과 폴더로 가리킨 채 실행됩니다: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0881360" cy="6400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~/ghbio-workspace/projects/&lt;pipelineId&gt;/results/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파이프라인이 실행하는 모든 스크립트는 반드시 GHBIO_RESULTS를 읽어야 합니다 — 경로를 하드코딩하면 엉뚱한 프로젝트에 씁니다.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결과는 일급 파일이 되어 프로젝트 뷰에 나타나고 AI 패널에 입력됩니다.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대용량 공유 입력(FASTQ, GRCh38 인덱스, 약 40 GB)은 ~/ghbio-tutorial/ 아래 두고 멱등적으로 재사용합니다.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4924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34924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결과물이 곧 프로젝트 파일입니다 — 이 규칙 덕분에 AI 분석과 리포트 단계가 항상 올바른 출력을 찾습니다.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단일세포 RNA-seq  ·  aarch64용으로 빌드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scRNA-seq 모듈 — 설치하는 도구들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Python / Scanpy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~/ghbio-venv — scanpy, anndata, leiden, umap. 원클릭 환경 세팅.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69164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STAR / STARsolo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~/bin/STAR — 소스에서 컴파일한 정렬기(ARM에는 Cell Ranger 없음).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9164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GRCh38 레퍼런스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~/ghbio-tutorial/ref/star_index — 약 30 GB 인덱스, 한 번 빌드 후 재사용.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각 라이브러리는 presentPath를 선언 — 라이브러리 뷰가 설치 여부를 실시간으로 보여줍니다.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두 데이터셋이 파이프라인으로 제공: PBMC(10x)와 교모세포종(Glioblastoma, 10x); 여기에 '내 매트릭스 가져오기'까지.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scRNA-seq PBMC / 교모세포종  ·  8단계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하나의 파이프라인: FASTQ → 매트릭스 → 클러스터링 →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567863" cy="1143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 · 셋업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Python 환경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34791" y="218084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0823" y="1737360"/>
            <a:ext cx="2567863" cy="11430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173736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· 다운로드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FASTQ 데이터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6975" y="218084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737360"/>
            <a:ext cx="2567863" cy="114300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447" y="173736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2a · STAR 빌드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정렬기 컴파일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9159" y="218084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75191" y="1737360"/>
            <a:ext cx="2567863" cy="1143000"/>
          </a:xfrm>
          <a:prstGeom prst="round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631" y="173736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2b · 레퍼런스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GRCh38 인덱스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2567863" cy="114300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2c · STARsolo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정렬 → 매트릭스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34791" y="382676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90823" y="3383280"/>
            <a:ext cx="2567863" cy="1143000"/>
          </a:xfrm>
          <a:prstGeom prst="round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2263" y="338328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· Scanpy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QC &amp; 클러스터링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76975" y="382676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3007" y="3383280"/>
            <a:ext cx="2567863" cy="1143000"/>
          </a:xfrm>
          <a:prstGeom prst="round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338328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· 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가설 도출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19159" y="3826764"/>
            <a:ext cx="237744" cy="256032"/>
          </a:xfrm>
          <a:prstGeom prst="rightArrow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75191" y="3383280"/>
            <a:ext cx="2567863" cy="1143000"/>
          </a:xfrm>
          <a:prstGeom prst="round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6631" y="3383280"/>
            <a:ext cx="238498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· 리포트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FECF0"/>
                </a:solidFill>
                <a:latin typeface="Malgun Gothic"/>
                <a:ea typeface="Malgun Gothic"/>
                <a:cs typeface="Malgun Gothic"/>
              </a:rPr>
              <a:t>PDF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6636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16636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'내 매트릭스 가져오기' 파이프라인은 정렬 단계를 건너뛰고 사용자의 count matrix에서 바로 시작합니다.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src/ai/panel.ts  ·  단발 요청, 에이전트 루프 없음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AI 분석 패널 — 설계부터 신뢰할 수 있게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66928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하나의 스트리밍 요청 → 답변 렌더링.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에이전트·도구·파일 수정 없음.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Stop 버튼으로 취소 가능.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이 '신뢰성 확보'가 핵심 목적입니다.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결과 CSV를 프롬프트에 읽어 들임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markers_by_cluster.csv, celltype_draft.csv.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기본적으로 한국어로 답변.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신중한 단일세포 분석가 페르소나.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5623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프로바이더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anthropic · groq · openrouter · deepseek (OpenAI 호환). API 키는 저장소 밖에 보관.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094415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7355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프리셋 vs. 자유형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프리셋은 결과 파일이 필요; 자유형 질문은 언제든 답변.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11094415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690872"/>
            <a:ext cx="10692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의도적으로 단순하게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여기에는 도구·에이전트 루프가 없습니다 — 그래서 안정적입니다.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마커에서 가설까지, 클릭 한 번에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프리셋 프롬프트 &amp; 리포트로 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5623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클러스터 해석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클러스터별 세포 정체성·활성화 상태를 신뢰도와 이중체(doublet) 표시와 함께.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60020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60020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85623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주석 다듬기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표준 PBMC 마커 → 깔끔한 클러스터별 세포유형 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60020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0020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85623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경로(Pathway)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마커를 생물학적 프로그램으로 묶고, 검증할 유전자 세트를 제안.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754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77540"/>
            <a:ext cx="3484778" cy="109728"/>
          </a:xfrm>
          <a:prstGeom prst="rect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43357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검증 가능한 가설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근거·예측·검증 방법이 담긴 가설 3~5개.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3458" y="317754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3458" y="3177540"/>
            <a:ext cx="3484778" cy="109728"/>
          </a:xfrm>
          <a:prstGeom prst="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4626" y="343357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질문 목록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우선순위가 매겨진 후속 분석 8~10개, 각각 한 줄 방법 포함.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8276" y="3177540"/>
            <a:ext cx="3484778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8276" y="317754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9444" y="3433572"/>
            <a:ext cx="3082442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📘 쉬운 리포트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일상적 비유로 가득한, 고등학생도 이해할 리포트(한국어).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9204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89204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'리포트로 저장' → step4_ai_report.md / step4_ai_report_easy.md 를 결과 폴더에 저장하고, 05_make_report.sh 가 PDF에 선택적으로 포함합니다.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배포  ·  브라우저 네이티브, 자체 호스팅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배포 방식 — ARM 위의 code-server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4847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code-server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ghbiocosci.iotok.org에서 브라우저로 실행 — VS Code, 로컬 설치 불필요.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3458" y="1691640"/>
            <a:ext cx="34847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aarch64 서버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ARM 서버: STAR는 소스에서 빌드, Cell Ranger 없음. Python venv는 ~/ghbio-venv.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691640"/>
            <a:ext cx="348477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91640"/>
            <a:ext cx="34847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9444" y="1947672"/>
            <a:ext cx="308244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build.sh 배포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esbuild 번들 → .vsix 수동 zip → 설치 → ghbio-code 서비스 재시작.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07899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code-server 설정은 내장 Copilot/채팅을 끄고, 대용량 *.fastq / *.bam 파일을 탐색기에서 제외합니다.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배포마다 버전 상향 + 브라우저 강력 새로고침 필요 — AI 패널이 유일한 접점입니다.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54480"/>
            <a:ext cx="12191695" cy="54864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IDE가 실험실(wet lab)을 만나다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32378" cy="22860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32378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751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계보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7DAE2"/>
                </a:solidFill>
                <a:latin typeface="Malgun Gothic"/>
                <a:ea typeface="Malgun Gothic"/>
                <a:cs typeface="Malgun Gothic"/>
              </a:rPr>
              <a:t>VS Code → Copilot → Cursor → 에이전틱 IDE. Co-Scientist는 그 검증된 길 위에 섭니다.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658" y="1920240"/>
            <a:ext cx="3332378" cy="22860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9658" y="1920240"/>
            <a:ext cx="3332378" cy="109728"/>
          </a:xfrm>
          <a:prstGeom prst="rect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258" y="2194560"/>
            <a:ext cx="28751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새로운 대상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7DAE2"/>
                </a:solidFill>
                <a:latin typeface="Malgun Gothic"/>
                <a:ea typeface="Malgun Gothic"/>
                <a:cs typeface="Malgun Gothic"/>
              </a:rPr>
              <a:t>소프트웨어 엔지니어가 아니라 생물학자. 클릭 실행 파이프라인과, 결과를 설명하는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920240"/>
            <a:ext cx="3332378" cy="2286000"/>
          </a:xfrm>
          <a:prstGeom prst="roundRect">
            <a:avLst/>
          </a:prstGeom>
          <a:solidFill>
            <a:srgbClr val="1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7796" y="1920240"/>
            <a:ext cx="3332378" cy="10972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6396" y="2194560"/>
            <a:ext cx="28751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주도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7DAE2"/>
                </a:solidFill>
                <a:latin typeface="Malgun Gothic"/>
                <a:ea typeface="Malgun Gothic"/>
                <a:cs typeface="Malgun Gothic"/>
              </a:rPr>
              <a:t>module.json + pipeline.json만 넣으면 완전히 새로운 오믹스 도메인이 나타납니다. 코딩 없이.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오믹스 연구자를 위한 AI IDE — </a:t>
            </a:r>
            <a:r>
              <a:rPr sz="20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IDE for Omics Researcher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BFD6E0"/>
                </a:solidFill>
                <a:latin typeface="Malgun Gothic"/>
                <a:ea typeface="Malgun Gothic"/>
                <a:cs typeface="Malgun Gothic"/>
              </a:rPr>
              <a:t>자율 코딩 혁명을, 생물학적 질문을 던지는 사람들에게로.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회사  ·  ghbio.co.kr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회사 소개 — 지에이치바이오(주) / GHBio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207008"/>
            <a:ext cx="2011680" cy="38100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76072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35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지에이치바이오(주) (GHBio)  </a:t>
            </a:r>
            <a:r>
              <a:rPr sz="135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신약개발 연구를 위한 혁신적 마우스 모델 전문기업.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35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전임상 유효성 &amp; 안전성  </a:t>
            </a:r>
            <a:r>
              <a:rPr sz="135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in-vivo 유효성, 비-GLP 독성·약리, 약동학(PK), 생물발광 이미징.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35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유전자 편집 &amp; 인간화 모델  </a:t>
            </a:r>
            <a:r>
              <a:rPr sz="135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대사질환, 바이러스 감염, 면역결핍, 인간화 간(humanized-liver) 모델.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—  </a:t>
            </a:r>
            <a:r>
              <a:rPr sz="135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면역관문 인간화 마우스  </a:t>
            </a:r>
            <a:r>
              <a:rPr sz="135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PD-1, CTLA-4, TIGIT, TIM-3, 4-1BB, CD3E — 항암 면역치료 연구용.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554480"/>
            <a:ext cx="4846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554480"/>
            <a:ext cx="4846320" cy="109728"/>
          </a:xfrm>
          <a:prstGeom prst="rect">
            <a:avLst/>
          </a:prstGeom>
          <a:solidFill>
            <a:srgbClr val="0F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828800"/>
            <a:ext cx="4297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대표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유경원 (Yoo Kyung-won)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주소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대전 유성구 테크노4로 17, D217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   대한민국 대전광역시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전화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042-716-2177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이메일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ghbio@gh-bio.com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웹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ghbio.co.kr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FB5A9"/>
                </a:solidFill>
                <a:latin typeface="Malgun Gothic"/>
                <a:ea typeface="Malgun Gothic"/>
                <a:cs typeface="Malgun Gothic"/>
              </a:rPr>
              <a:t>사업자등록번호</a:t>
            </a:r>
            <a:r>
              <a:rPr sz="13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   318-81-03789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1091153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669280"/>
            <a:ext cx="109728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Malgun Gothic"/>
                <a:ea typeface="Malgun Gothic"/>
                <a:cs typeface="Malgun Gothic"/>
              </a:rPr>
              <a:t>▸  </a:t>
            </a:r>
            <a:r>
              <a:rPr sz="1400" b="0" i="0">
                <a:solidFill>
                  <a:srgbClr val="233342"/>
                </a:solidFill>
                <a:latin typeface="Malgun Gothic"/>
                <a:ea typeface="Malgun Gothic"/>
                <a:cs typeface="Malgun Gothic"/>
              </a:rPr>
              <a:t>신약개발용 마우스 모델과 전임상 유효성·안전성 평가 서비스 전문기업 — 그 데이터 과학 역량이 GHBio Co-Scientist로 이어집니다.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오믹스 연구자를 위한 AI IDE  ·  IDE for Omics Researcher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A6B7B"/>
                </a:solidFill>
                <a:latin typeface="Malgun Gothic"/>
                <a:ea typeface="Malgun Gothic"/>
                <a:cs typeface="Malgun Gothic"/>
              </a:rPr>
              <a:t>GHBio Co-Scientist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